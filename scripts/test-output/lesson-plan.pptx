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18620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5605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18620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25605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English</a:t>
            </a:r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0383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Spring Anthology · Vol. III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LESSON PLAN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" y="749808"/>
            <a:ext cx="10671048" cy="27432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6263640"/>
            <a:ext cx="10671048" cy="9144"/>
          </a:xfrm>
          <a:prstGeom prst="rect">
            <a:avLst/>
          </a:prstGeom>
          <a:solidFill>
            <a:srgbClr val="B5B8B3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1874520"/>
            <a:ext cx="1067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D4A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YEAR 10  ·  AQA  ·  60 MINUTES  ·  AN INSPECTOR 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" y="2331720"/>
            <a:ext cx="10671048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Dramatic </a:t>
            </a:r>
            <a:pPr indent="0" marL="0">
              <a:buNone/>
            </a:pPr>
            <a:r>
              <a:rPr lang="en-US" sz="5400" i="1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Function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758952" y="4343400"/>
            <a:ext cx="106710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0383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Inspector Calls — Lesson Plan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" y="4937760"/>
            <a:ext cx="106710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2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theenglishhub.app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18620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5605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18620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25605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English</a:t>
            </a:r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Hub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749808"/>
            <a:ext cx="10671048" cy="27432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6263640"/>
            <a:ext cx="10671048" cy="9144"/>
          </a:xfrm>
          <a:prstGeom prst="rect">
            <a:avLst/>
          </a:prstGeom>
          <a:solidFill>
            <a:srgbClr val="B5B8B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051560"/>
            <a:ext cx="1067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D4A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1417320"/>
            <a:ext cx="1067104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8952" y="2011680"/>
            <a:ext cx="1067104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Analyse how Priestley uses the Inspector as a dramatic device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Explore how the Inspectors language shifts tone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Evaluate the Inspector as a mouthpiece for Priestleys socialist message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Write an analytical paragraph embedding AO1, AO2, and AO3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18620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5605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18620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25605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English</a:t>
            </a:r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Hub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749808"/>
            <a:ext cx="10671048" cy="27432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6263640"/>
            <a:ext cx="10671048" cy="9144"/>
          </a:xfrm>
          <a:prstGeom prst="rect">
            <a:avLst/>
          </a:prstGeom>
          <a:solidFill>
            <a:srgbClr val="B5B8B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051560"/>
            <a:ext cx="1067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D4A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 ACTIVITY  /  25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1417320"/>
            <a:ext cx="10671048" cy="13716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Close reading of the Inspectors final speech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58952" y="2926080"/>
            <a:ext cx="106710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Annotate the speech individually, then share key annotations in pairs. Identify three rhetorical devices and analyse their effect on the audience.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does the Inspector use rhetoric to deliver Priestleys political message?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18620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5605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18620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25605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English</a:t>
            </a:r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0383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Key Quote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2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AO2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" y="749808"/>
            <a:ext cx="10671048" cy="27432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6263640"/>
            <a:ext cx="10671048" cy="9144"/>
          </a:xfrm>
          <a:prstGeom prst="rect">
            <a:avLst/>
          </a:prstGeom>
          <a:solidFill>
            <a:srgbClr val="B5B8B3"/>
          </a:solidFill>
          <a:ln/>
        </p:spPr>
      </p:sp>
      <p:sp>
        <p:nvSpPr>
          <p:cNvPr id="15" name="Shape 13"/>
          <p:cNvSpPr/>
          <p:nvPr/>
        </p:nvSpPr>
        <p:spPr>
          <a:xfrm>
            <a:off x="5591556" y="1828800"/>
            <a:ext cx="1005840" cy="18288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6" name="Text 14"/>
          <p:cNvSpPr/>
          <p:nvPr/>
        </p:nvSpPr>
        <p:spPr>
          <a:xfrm>
            <a:off x="1490472" y="2057400"/>
            <a:ext cx="9208008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We dont live alone. We are members of one body. We are responsible for each other.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5591556" y="4709160"/>
            <a:ext cx="1005840" cy="18288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8" name="Text 16"/>
          <p:cNvSpPr/>
          <p:nvPr/>
        </p:nvSpPr>
        <p:spPr>
          <a:xfrm>
            <a:off x="1490472" y="4892040"/>
            <a:ext cx="92080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2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INSPECTOR GOOLE · ACT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18620" y="256032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5605" y="256032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18620" y="6594653"/>
            <a:ext cx="114300" cy="7315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25605" y="6487668"/>
            <a:ext cx="7315" cy="114300"/>
          </a:xfrm>
          <a:prstGeom prst="rect">
            <a:avLst/>
          </a:prstGeom>
          <a:solidFill>
            <a:srgbClr val="4A524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AD4A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English</a:t>
            </a:r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Hub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749808"/>
            <a:ext cx="10671048" cy="27432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6263640"/>
            <a:ext cx="10671048" cy="9144"/>
          </a:xfrm>
          <a:prstGeom prst="rect">
            <a:avLst/>
          </a:prstGeom>
          <a:solidFill>
            <a:srgbClr val="B5B8B3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1463040"/>
            <a:ext cx="9756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D4A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16152" y="1920240"/>
            <a:ext cx="9756648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Thank You</a:t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1216152" y="4572000"/>
            <a:ext cx="9756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0383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theenglishhub.app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The English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Test: An Inspector Calls Lesson Plan</dc:title>
  <dc:subject>PptxGenJS Presentation</dc:subject>
  <dc:creator>The English Hub</dc:creator>
  <cp:lastModifiedBy>The English Hub</cp:lastModifiedBy>
  <cp:revision>1</cp:revision>
  <dcterms:created xsi:type="dcterms:W3CDTF">2026-04-19T07:24:43Z</dcterms:created>
  <dcterms:modified xsi:type="dcterms:W3CDTF">2026-04-19T07:24:43Z</dcterms:modified>
</cp:coreProperties>
</file>